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91F279-4E24-F85E-6955-4510FA4FE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82B5221-67BD-0AFB-5C5B-5FEEAD121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64E515-2B87-B003-7380-5CC1473C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858175-B8CB-6634-9977-AF97D075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AF0C84-B83F-A9B0-0A28-88D63BD1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185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2EC7B0-9ED4-8831-67EA-F1FEF069F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A344BE-EED3-9624-8CFA-D1D71C438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D2BDED-0D3A-3136-FF53-52B370DE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688344-8CA7-199E-BED0-A51072AE4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1D9EA2-E468-9910-C75D-EBAA9251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118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723196-85D0-E000-29F2-BD8E6892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FFFAF7-21EA-2D61-398C-7E08B88FE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0E15A4-DD63-5F8B-CAE6-C4DAFFCA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74F06E-15C3-8C53-B2E1-AED2BD2B9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AF6644-13E0-1A43-7BF5-7091B2E1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80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B50846-6D36-9CC4-79A3-916823FD0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731356-E783-642A-76B5-EEE9A2124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08C617-9881-1056-7B9F-C068422E9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24DEC1-28BD-0257-105D-8482B4D2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8F7913-5870-FC78-D854-E26873F5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223CE8-31D2-1A41-8754-85C6ED8B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780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8EAFE3-B816-9D84-AB17-382E04F2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15144E-316B-C737-7BCB-08A59B3A5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6C25FD-3F5D-E725-ECD3-A0377249D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957735-FCB3-4892-1F61-9C48799144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5A6D8D9-F6D7-19FA-1E0B-E87570855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BB0FAA5-34A1-B029-9073-3490E3471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028332A-DA1B-66E2-89B9-31E8BFEE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9E2C7C-77B1-FE35-0CB9-924AD2213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680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1B3AC5-F744-BAED-31F2-716236B4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C7126C-5F73-6A04-E0A7-82142FA1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9863F26-9DF6-D798-8FD8-327D2AA03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346F5E-629A-A72E-72A7-39CA0DF2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9624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79969C3-C5D3-50AC-D713-CBA98C93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293EAC0-B4CB-A49F-D3C2-6A18D2199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344967-1A37-F984-0A93-4F448E53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34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1F8A7-D773-9E60-F1EA-22EF996B7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EBDA4E-5DD2-0849-8870-263244A17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2DE913-F593-07EA-B593-70712E4C3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C292CA-8A08-522C-F847-7DC77705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4A81CA-9A38-99C8-E823-E4080E38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C3E586-7D61-29A1-DE3A-7CAE9DA4E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70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9BF820-C34E-9371-1814-7C452CD76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48D5DD5-69E7-10AA-5F73-AF06EFDD8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BBB7FC6-D552-F48F-3DD0-3D158AD85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28B135-7B7E-6B96-F6CB-23C1EE613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E14A83-7019-90BE-BC41-8B677DC9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B4FBF1-1D92-1B5C-DB2B-BD2EF4B48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27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AD3EFA-F142-11D0-F994-2AA73241C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BE82B8E-A190-3E27-A22C-171ED7987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D86632-06FB-2FD2-3E3F-2F344AAA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0AFCD5-2940-83C9-BCA9-08832D354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3B6A03-D87A-4D7D-22C5-75B872EA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4996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1F26935-4D13-DB26-4987-3ED9632BC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26519B1-3621-9580-1D66-B17698747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CD3395-8615-5770-B53B-D1AC55E7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ABDEA8-588D-39CA-FC8F-94CFC5BF5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D5E948-6F12-170D-DC77-46465E898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59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DB0636-1C28-482D-9011-6ADAA6D7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CD1A7B-F147-F713-51DF-261AE340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E08946-70DB-04A8-5B71-8B14D9CCA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635CE-7599-45C0-80BE-FC4719F0B201}" type="datetimeFigureOut">
              <a:rPr kumimoji="1" lang="ja-JP" altLang="en-US" smtClean="0"/>
              <a:t>2024/4/22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ADE1B7-1E58-ED82-33D8-1E9E131C0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6A7862-A1FE-A221-F6AC-1C4BAA922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BE5B7-FFB0-4789-B96C-4D6E1748E1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108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dpo.co.jp/sip/info.bbmail.auvterminal_ver4.0_GNSS_Seatrac_compatible_240418.ap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21E5D7-343F-BE41-CB87-4665F8B6BA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２０２３年度</a:t>
            </a:r>
            <a:r>
              <a:rPr kumimoji="1" lang="en-US" altLang="ja-JP" sz="4800" dirty="0"/>
              <a:t>SIP</a:t>
            </a:r>
            <a:r>
              <a:rPr kumimoji="1" lang="ja-JP" altLang="en-US" sz="4800" dirty="0"/>
              <a:t>航行型</a:t>
            </a:r>
            <a:r>
              <a:rPr kumimoji="1" lang="en-US" altLang="ja-JP" sz="4800" dirty="0"/>
              <a:t>AUV</a:t>
            </a:r>
            <a:r>
              <a:rPr kumimoji="1" lang="ja-JP" altLang="en-US" sz="4800" dirty="0"/>
              <a:t>改修</a:t>
            </a:r>
            <a:br>
              <a:rPr kumimoji="1" lang="en-US" altLang="ja-JP" dirty="0"/>
            </a:br>
            <a:r>
              <a:rPr kumimoji="1" lang="en-US" altLang="ja-JP" sz="3100" dirty="0"/>
              <a:t>Tablet</a:t>
            </a:r>
            <a:r>
              <a:rPr kumimoji="1" lang="ja-JP" altLang="en-US" sz="3100" dirty="0"/>
              <a:t>ソフトウエア変更点について</a:t>
            </a:r>
            <a:br>
              <a:rPr kumimoji="1" lang="ja-JP" altLang="en-US" dirty="0"/>
            </a:b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91EF1D-8D7D-4924-6AD9-1B862F4275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3168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987B0B4-4F8F-537A-4014-86B82DF85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926247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各画面の変更点：設定画面</a:t>
            </a:r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BCE92359-695E-C33F-547F-369B3CEE05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626850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DAE54D-5CCE-973F-417A-54C162283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2600" y="2222500"/>
            <a:ext cx="5029199" cy="3949700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r>
              <a:rPr lang="en-US" altLang="ja-JP" sz="1800" dirty="0"/>
              <a:t>Information</a:t>
            </a:r>
            <a:r>
              <a:rPr lang="ja-JP" altLang="en-US" sz="1800" dirty="0"/>
              <a:t>の追加（</a:t>
            </a:r>
            <a:r>
              <a:rPr lang="en-US" altLang="ja-JP" sz="1800" dirty="0"/>
              <a:t>Version</a:t>
            </a:r>
            <a:r>
              <a:rPr lang="ja-JP" altLang="en-US" sz="1800" dirty="0"/>
              <a:t>情報）</a:t>
            </a:r>
            <a:endParaRPr lang="en-US" altLang="ja-JP" sz="1800" dirty="0"/>
          </a:p>
          <a:p>
            <a:r>
              <a:rPr lang="en-US" altLang="ja-JP" sz="1800" dirty="0"/>
              <a:t>OS Reboot</a:t>
            </a:r>
            <a:r>
              <a:rPr lang="ja-JP" altLang="en-US" sz="1800" dirty="0"/>
              <a:t>、</a:t>
            </a:r>
            <a:r>
              <a:rPr lang="en-US" altLang="ja-JP" sz="1800" dirty="0"/>
              <a:t>OS Shutdown </a:t>
            </a:r>
            <a:r>
              <a:rPr lang="ja-JP" altLang="en-US" sz="1800" dirty="0"/>
              <a:t>の追加</a:t>
            </a:r>
            <a:endParaRPr lang="en-US" altLang="ja-JP" sz="1800" dirty="0"/>
          </a:p>
          <a:p>
            <a:pPr marL="0" indent="0">
              <a:buNone/>
            </a:pPr>
            <a:r>
              <a:rPr lang="en-US" altLang="ja-JP" sz="1800" dirty="0"/>
              <a:t>※</a:t>
            </a:r>
            <a:r>
              <a:rPr lang="ja-JP" altLang="en-US" sz="1800" dirty="0"/>
              <a:t>起動に少し時間がかかるようになった。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25612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626732-0CAF-D207-972E-D93308436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0339"/>
          </a:xfrm>
        </p:spPr>
        <p:txBody>
          <a:bodyPr/>
          <a:lstStyle/>
          <a:p>
            <a:r>
              <a:rPr lang="en-US" altLang="ja-JP" dirty="0"/>
              <a:t>OS Reboot</a:t>
            </a:r>
            <a:r>
              <a:rPr lang="ja-JP" altLang="en-US" dirty="0"/>
              <a:t>／</a:t>
            </a:r>
            <a:r>
              <a:rPr lang="en-US" altLang="ja-JP" dirty="0"/>
              <a:t>OS Shutdown </a:t>
            </a:r>
            <a:r>
              <a:rPr lang="ja-JP" altLang="en-US" dirty="0"/>
              <a:t>について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B1573C-2AE0-0932-9718-1BB49BE33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70" y="1438350"/>
            <a:ext cx="11295530" cy="1175759"/>
          </a:xfrm>
        </p:spPr>
        <p:txBody>
          <a:bodyPr/>
          <a:lstStyle/>
          <a:p>
            <a:pPr marL="0" indent="0">
              <a:buNone/>
            </a:pPr>
            <a:r>
              <a:rPr lang="ja-JP" altLang="en-US" sz="2800" dirty="0"/>
              <a:t>艇体</a:t>
            </a:r>
            <a:r>
              <a:rPr lang="en-US" altLang="ja-JP" sz="2800" dirty="0"/>
              <a:t>CPU</a:t>
            </a:r>
            <a:r>
              <a:rPr lang="ja-JP" altLang="en-US" sz="2800" dirty="0"/>
              <a:t>の</a:t>
            </a:r>
            <a:r>
              <a:rPr lang="en-US" altLang="ja-JP" sz="2800" dirty="0"/>
              <a:t>/home/</a:t>
            </a:r>
            <a:r>
              <a:rPr lang="en-US" altLang="ja-JP" sz="2800" dirty="0" err="1"/>
              <a:t>auv</a:t>
            </a:r>
            <a:r>
              <a:rPr lang="en-US" altLang="ja-JP" sz="2800" dirty="0"/>
              <a:t> </a:t>
            </a:r>
            <a:r>
              <a:rPr lang="ja-JP" altLang="en-US" sz="2800" dirty="0"/>
              <a:t>に設置したファイルを</a:t>
            </a:r>
            <a:r>
              <a:rPr lang="en-US" altLang="ja-JP" sz="2800" dirty="0"/>
              <a:t>ssh</a:t>
            </a:r>
            <a:r>
              <a:rPr lang="ja-JP" altLang="en-US" sz="2800" dirty="0"/>
              <a:t>で実行可能とした。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→シャットダウン、リブートを</a:t>
            </a:r>
            <a:r>
              <a:rPr lang="en-US" altLang="ja-JP" sz="2800" dirty="0"/>
              <a:t>Tablet</a:t>
            </a:r>
            <a:r>
              <a:rPr lang="ja-JP" altLang="en-US" sz="2800" dirty="0"/>
              <a:t>だけで実行できるようにした。</a:t>
            </a:r>
            <a:endParaRPr lang="en-US" altLang="ja-JP" sz="2800" dirty="0"/>
          </a:p>
          <a:p>
            <a:endParaRPr kumimoji="1" lang="ja-JP" alt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79660F21-A469-C21E-0C21-A88F9055301B}"/>
              </a:ext>
            </a:extLst>
          </p:cNvPr>
          <p:cNvSpPr txBox="1">
            <a:spLocks/>
          </p:cNvSpPr>
          <p:nvPr/>
        </p:nvSpPr>
        <p:spPr>
          <a:xfrm>
            <a:off x="1021976" y="2614109"/>
            <a:ext cx="6411558" cy="1997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b="1" i="1" dirty="0" err="1"/>
              <a:t>auv.reboot</a:t>
            </a:r>
            <a:endParaRPr lang="en-US" altLang="ja-JP" b="1" i="1" dirty="0"/>
          </a:p>
          <a:p>
            <a:pPr marL="0" indent="0">
              <a:buNone/>
            </a:pPr>
            <a:r>
              <a:rPr lang="en-US" altLang="ja-JP" sz="2000" dirty="0"/>
              <a:t>#!/bin/bash</a:t>
            </a:r>
          </a:p>
          <a:p>
            <a:pPr marL="0" indent="0">
              <a:buNone/>
            </a:pPr>
            <a:r>
              <a:rPr lang="en-US" altLang="ja-JP" sz="2000" dirty="0"/>
              <a:t>PASSWORD='</a:t>
            </a:r>
            <a:r>
              <a:rPr lang="en-US" altLang="ja-JP" sz="2000" dirty="0" err="1"/>
              <a:t>auv</a:t>
            </a:r>
            <a:r>
              <a:rPr lang="en-US" altLang="ja-JP" sz="2000" dirty="0"/>
              <a:t>'</a:t>
            </a:r>
          </a:p>
          <a:p>
            <a:pPr marL="0" indent="0">
              <a:buNone/>
            </a:pPr>
            <a:r>
              <a:rPr lang="en-US" altLang="ja-JP" sz="2000" dirty="0"/>
              <a:t>echo $PASSWORD | </a:t>
            </a:r>
            <a:r>
              <a:rPr lang="en-US" altLang="ja-JP" sz="2000" dirty="0" err="1"/>
              <a:t>sudo</a:t>
            </a:r>
            <a:r>
              <a:rPr lang="en-US" altLang="ja-JP" sz="2000" dirty="0"/>
              <a:t> -S reboot</a:t>
            </a:r>
          </a:p>
          <a:p>
            <a:pPr marL="0" indent="0">
              <a:buNone/>
            </a:pPr>
            <a:endParaRPr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B4F3CCCA-06C0-80A9-1E0B-16B9411C0E92}"/>
              </a:ext>
            </a:extLst>
          </p:cNvPr>
          <p:cNvSpPr txBox="1">
            <a:spLocks/>
          </p:cNvSpPr>
          <p:nvPr/>
        </p:nvSpPr>
        <p:spPr>
          <a:xfrm>
            <a:off x="1021976" y="4611876"/>
            <a:ext cx="6411558" cy="1744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b="1" i="1" dirty="0" err="1"/>
              <a:t>auv</a:t>
            </a:r>
            <a:r>
              <a:rPr lang="en-US" altLang="ja-JP" b="1" i="1" dirty="0"/>
              <a:t>. </a:t>
            </a:r>
            <a:r>
              <a:rPr lang="en-US" altLang="ja-JP" b="1" i="1" dirty="0" err="1"/>
              <a:t>sdown</a:t>
            </a:r>
            <a:endParaRPr lang="en-US" altLang="ja-JP" b="1" i="1" dirty="0"/>
          </a:p>
          <a:p>
            <a:pPr marL="0" indent="0">
              <a:buNone/>
            </a:pPr>
            <a:r>
              <a:rPr lang="en-US" altLang="ja-JP" sz="2000" dirty="0"/>
              <a:t>#!/bin/bash</a:t>
            </a:r>
          </a:p>
          <a:p>
            <a:pPr marL="0" indent="0">
              <a:buNone/>
            </a:pPr>
            <a:r>
              <a:rPr lang="en-US" altLang="ja-JP" sz="2000" dirty="0"/>
              <a:t>PASSWORD='</a:t>
            </a:r>
            <a:r>
              <a:rPr lang="en-US" altLang="ja-JP" sz="2000" dirty="0" err="1"/>
              <a:t>auv</a:t>
            </a:r>
            <a:r>
              <a:rPr lang="en-US" altLang="ja-JP" sz="2000" dirty="0"/>
              <a:t>'</a:t>
            </a:r>
          </a:p>
          <a:p>
            <a:pPr marL="0" indent="0">
              <a:buNone/>
            </a:pPr>
            <a:r>
              <a:rPr lang="en-US" altLang="ja-JP" sz="2000" dirty="0"/>
              <a:t>echo $PASSWORD | </a:t>
            </a:r>
            <a:r>
              <a:rPr lang="en-US" altLang="ja-JP" sz="2000" dirty="0" err="1"/>
              <a:t>sudo</a:t>
            </a:r>
            <a:r>
              <a:rPr lang="en-US" altLang="ja-JP" sz="2000" dirty="0"/>
              <a:t> -S shutdown -h now</a:t>
            </a:r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endParaRPr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3F4E2A2-3BD3-E76D-2C3F-ECAEDC7917C1}"/>
              </a:ext>
            </a:extLst>
          </p:cNvPr>
          <p:cNvSpPr txBox="1">
            <a:spLocks/>
          </p:cNvSpPr>
          <p:nvPr/>
        </p:nvSpPr>
        <p:spPr>
          <a:xfrm>
            <a:off x="7178827" y="3245008"/>
            <a:ext cx="4311765" cy="1997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000" b="1" i="1" dirty="0"/>
              <a:t>※</a:t>
            </a:r>
            <a:r>
              <a:rPr lang="ja-JP" altLang="en-US" sz="2000" b="1" i="1" dirty="0"/>
              <a:t>注意</a:t>
            </a:r>
            <a:endParaRPr lang="en-US" altLang="ja-JP" sz="2000" dirty="0"/>
          </a:p>
          <a:p>
            <a:pPr marL="0" indent="0">
              <a:buNone/>
            </a:pPr>
            <a:r>
              <a:rPr lang="en-US" altLang="ja-JP" sz="2000" dirty="0" err="1"/>
              <a:t>auv.reboot</a:t>
            </a:r>
            <a:r>
              <a:rPr lang="ja-JP" altLang="en-US" sz="2000" dirty="0"/>
              <a:t> 、</a:t>
            </a:r>
            <a:r>
              <a:rPr lang="en-US" altLang="ja-JP" sz="2000" dirty="0" err="1"/>
              <a:t>auv.sdown</a:t>
            </a:r>
            <a:r>
              <a:rPr lang="en-US" altLang="ja-JP" sz="2000" dirty="0"/>
              <a:t> </a:t>
            </a:r>
            <a:r>
              <a:rPr lang="ja-JP" altLang="en-US" sz="2000" dirty="0"/>
              <a:t>共に現在は</a:t>
            </a:r>
            <a:r>
              <a:rPr lang="en-US" altLang="ja-JP" sz="2000" dirty="0"/>
              <a:t>/home/</a:t>
            </a:r>
            <a:r>
              <a:rPr lang="en-US" altLang="ja-JP" sz="2000" dirty="0" err="1"/>
              <a:t>auv</a:t>
            </a:r>
            <a:r>
              <a:rPr lang="en-US" altLang="ja-JP" sz="2000" dirty="0"/>
              <a:t>/sip*/</a:t>
            </a:r>
            <a:r>
              <a:rPr lang="ja-JP" altLang="en-US" sz="2000" dirty="0"/>
              <a:t>の下にあります。</a:t>
            </a: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有効とするには</a:t>
            </a:r>
            <a:r>
              <a:rPr lang="en-US" altLang="ja-JP" sz="2000" dirty="0"/>
              <a:t>/home/</a:t>
            </a:r>
            <a:r>
              <a:rPr lang="en-US" altLang="ja-JP" sz="2000" dirty="0" err="1"/>
              <a:t>auv</a:t>
            </a:r>
            <a:r>
              <a:rPr lang="en-US" altLang="ja-JP" sz="2000" dirty="0"/>
              <a:t> </a:t>
            </a:r>
            <a:r>
              <a:rPr lang="ja-JP" altLang="en-US" sz="2000" dirty="0"/>
              <a:t>の下にコピーする必要があります</a:t>
            </a:r>
            <a:endParaRPr lang="en-US" altLang="ja-JP" sz="2000" dirty="0"/>
          </a:p>
          <a:p>
            <a:pPr marL="0" indent="0"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21545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B184DF9-37C7-4466-C36C-8A902F095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各画面の変更点：コマンド一覧画面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グラフィカル ユーザー インターフェイス, アプリケーション, テーブル&#10;&#10;自動的に生成された説明">
            <a:extLst>
              <a:ext uri="{FF2B5EF4-FFF2-40B4-BE49-F238E27FC236}">
                <a16:creationId xmlns:a16="http://schemas.microsoft.com/office/drawing/2014/main" id="{337D1235-84DC-2E34-5984-7D6A35EC04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24" name="Content Placeholder 8">
            <a:extLst>
              <a:ext uri="{FF2B5EF4-FFF2-40B4-BE49-F238E27FC236}">
                <a16:creationId xmlns:a16="http://schemas.microsoft.com/office/drawing/2014/main" id="{B74782BE-02B0-1ECD-0DFD-EC201AE39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1" y="2478024"/>
            <a:ext cx="4235196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r>
              <a:rPr lang="en-US" altLang="ja-JP" sz="1800" dirty="0"/>
              <a:t>Micron</a:t>
            </a:r>
            <a:r>
              <a:rPr lang="ja-JP" altLang="en-US" sz="1800" dirty="0"/>
              <a:t>のボタンに</a:t>
            </a:r>
            <a:r>
              <a:rPr lang="en-US" altLang="ja-JP" sz="1800" dirty="0" err="1"/>
              <a:t>Seatrac</a:t>
            </a:r>
            <a:r>
              <a:rPr lang="ja-JP" altLang="en-US" sz="1800" dirty="0"/>
              <a:t>を併記した</a:t>
            </a:r>
            <a:endParaRPr lang="en-US" altLang="ja-JP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40706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605E2C4-D19D-2AA3-EF16-A5233034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/>
              <a:t>各画面の変更点：ステータス一覧画面</a:t>
            </a:r>
            <a:endParaRPr kumimoji="1" lang="ja-JP" altLang="en-US" sz="4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コンテンツ プレースホルダー 6" descr="テーブル&#10;&#10;自動的に生成された説明">
            <a:extLst>
              <a:ext uri="{FF2B5EF4-FFF2-40B4-BE49-F238E27FC236}">
                <a16:creationId xmlns:a16="http://schemas.microsoft.com/office/drawing/2014/main" id="{CC3AEC17-1B4A-4BB6-F9A1-43C21652C4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C1FA80E-E2E4-2C7B-66CE-55283C2B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1" y="2478024"/>
            <a:ext cx="4120896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r>
              <a:rPr lang="en-US" altLang="ja-JP" sz="1800" dirty="0"/>
              <a:t>Micron</a:t>
            </a:r>
            <a:r>
              <a:rPr lang="ja-JP" altLang="en-US" sz="1800" dirty="0"/>
              <a:t>のエラー表示部に</a:t>
            </a:r>
            <a:r>
              <a:rPr lang="en-US" altLang="ja-JP" sz="1800" dirty="0"/>
              <a:t>ROS</a:t>
            </a:r>
            <a:r>
              <a:rPr lang="ja-JP" altLang="en-US" sz="1800" dirty="0"/>
              <a:t>を併記した</a:t>
            </a:r>
            <a:endParaRPr lang="en-US" altLang="ja-JP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9401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81CA2A6-0BB0-7321-51B4-5CC4DAD5E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/>
              <a:t>各画面の変更点：</a:t>
            </a:r>
            <a:r>
              <a:rPr kumimoji="1" lang="en-US" altLang="ja-JP" sz="4000"/>
              <a:t>Quadrans</a:t>
            </a:r>
            <a:r>
              <a:rPr kumimoji="1" lang="ja-JP" altLang="en-US" sz="4000"/>
              <a:t>画面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E153C5BA-6D2E-DF4F-D798-E605A87F69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5857FE6-E412-E7E4-659C-03DB384B2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0" y="2478024"/>
            <a:ext cx="4674107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　これに伴い</a:t>
            </a:r>
            <a:r>
              <a:rPr lang="en-US" altLang="ja-JP" sz="1800" dirty="0" err="1"/>
              <a:t>ReadyMark</a:t>
            </a:r>
            <a:r>
              <a:rPr lang="ja-JP" altLang="en-US" sz="1800" dirty="0"/>
              <a:t>ボタンの位置調整</a:t>
            </a:r>
            <a:endParaRPr lang="en-US" altLang="ja-JP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1653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D8D4D76-53A7-3692-2A1D-A744A062A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各画面の変更点：</a:t>
            </a:r>
            <a:r>
              <a:rPr kumimoji="1" lang="en-US" altLang="ja-JP" sz="4000" dirty="0"/>
              <a:t>DVL/Micron</a:t>
            </a:r>
            <a:r>
              <a:rPr kumimoji="1" lang="ja-JP" altLang="en-US" sz="4000" dirty="0"/>
              <a:t>画面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03EDC223-765E-594D-31D2-9DDDDEDAA7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0BA616-8B79-7488-FEB8-8AC79B2BA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0" y="2478024"/>
            <a:ext cx="4674107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　これに伴い</a:t>
            </a:r>
            <a:r>
              <a:rPr lang="en-US" altLang="ja-JP" sz="1800" dirty="0" err="1"/>
              <a:t>ReadyMark</a:t>
            </a:r>
            <a:r>
              <a:rPr lang="ja-JP" altLang="en-US" sz="1800" dirty="0"/>
              <a:t>ボタンの位置調整</a:t>
            </a:r>
            <a:endParaRPr lang="en-US" altLang="ja-JP" sz="1800" dirty="0"/>
          </a:p>
          <a:p>
            <a:r>
              <a:rPr lang="en-US" sz="1800" dirty="0"/>
              <a:t>Micron</a:t>
            </a:r>
            <a:r>
              <a:rPr lang="ja-JP" altLang="en-US" sz="1800" dirty="0"/>
              <a:t>部に</a:t>
            </a:r>
            <a:r>
              <a:rPr lang="en-US" altLang="ja-JP" sz="1800" dirty="0" err="1"/>
              <a:t>SeaTrack</a:t>
            </a:r>
            <a:r>
              <a:rPr lang="ja-JP" altLang="en-US" sz="1800" dirty="0"/>
              <a:t>を併記</a:t>
            </a:r>
            <a:endParaRPr lang="en-US" altLang="ja-JP" sz="1800" dirty="0"/>
          </a:p>
          <a:p>
            <a:r>
              <a:rPr lang="en-US" altLang="ja-JP" sz="1800" dirty="0"/>
              <a:t>Micron/</a:t>
            </a:r>
            <a:r>
              <a:rPr lang="en-US" altLang="ja-JP" sz="1800" dirty="0" err="1"/>
              <a:t>Seatrac</a:t>
            </a:r>
            <a:r>
              <a:rPr lang="ja-JP" altLang="en-US" sz="1800" dirty="0"/>
              <a:t>の電源状態を追加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7798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FA11A32-B98F-009A-91E9-645A9C988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各画面の変更点：センサー画面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グラフィカル ユーザー インターフェイス, テーブル&#10;&#10;自動的に生成された説明">
            <a:extLst>
              <a:ext uri="{FF2B5EF4-FFF2-40B4-BE49-F238E27FC236}">
                <a16:creationId xmlns:a16="http://schemas.microsoft.com/office/drawing/2014/main" id="{E5B7E4A1-D96D-8E9F-4D1F-DA4FA3058C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A7471E-AC2C-A4EC-08E9-F2F6233BD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562" y="2478024"/>
            <a:ext cx="4601046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　これに伴い</a:t>
            </a:r>
            <a:r>
              <a:rPr lang="en-US" altLang="ja-JP" sz="1800" dirty="0" err="1"/>
              <a:t>ReadyMark</a:t>
            </a:r>
            <a:r>
              <a:rPr lang="ja-JP" altLang="en-US" sz="1800" dirty="0"/>
              <a:t>ボタンの位置調整</a:t>
            </a:r>
            <a:endParaRPr lang="en-US" altLang="ja-JP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69382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8CC0035-4805-0797-EF18-FD2D6873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各画面の変更点：ペイロード画面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9546AD8A-8D1F-3881-B2FF-E8B6F36C7C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AA9778-00E5-3FBA-3703-DD2A455B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900" y="2478024"/>
            <a:ext cx="4648707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　これに伴い</a:t>
            </a:r>
            <a:r>
              <a:rPr lang="en-US" altLang="ja-JP" sz="1800" dirty="0" err="1"/>
              <a:t>ReadyMark</a:t>
            </a:r>
            <a:r>
              <a:rPr lang="ja-JP" altLang="en-US" sz="1800" dirty="0"/>
              <a:t>ボタンの位置調整</a:t>
            </a:r>
            <a:endParaRPr lang="en-US" altLang="ja-JP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5240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AFDC9F5-442C-3F65-F84E-C713133C2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各画面の変更点：バラスト画面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グラフィカル ユーザー インターフェイス, アプリケーション, テーブル&#10;&#10;自動的に生成された説明">
            <a:extLst>
              <a:ext uri="{FF2B5EF4-FFF2-40B4-BE49-F238E27FC236}">
                <a16:creationId xmlns:a16="http://schemas.microsoft.com/office/drawing/2014/main" id="{C3E345F0-C99D-5444-872B-8E5D5726B6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3CB53D-749C-43DF-EA48-6FF43AA22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5501" y="2478024"/>
            <a:ext cx="4687107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　これに伴い</a:t>
            </a:r>
            <a:r>
              <a:rPr lang="en-US" altLang="ja-JP" sz="1800" dirty="0" err="1"/>
              <a:t>ReadyMark</a:t>
            </a:r>
            <a:r>
              <a:rPr lang="ja-JP" altLang="en-US" sz="1800" dirty="0"/>
              <a:t>ボタンの位置調整</a:t>
            </a:r>
            <a:endParaRPr lang="en-US" altLang="ja-JP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64779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38B2783-F8FC-EEA5-796D-78980CBE1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各画面の変更点：アクチュエータ画面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590D98DC-4EE1-838D-6F5C-D4A4812920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0504E6-A5B0-E725-E064-5F94CBE86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259" y="2478024"/>
            <a:ext cx="4676349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　これに伴い</a:t>
            </a:r>
            <a:r>
              <a:rPr lang="en-US" altLang="ja-JP" sz="1800" dirty="0" err="1"/>
              <a:t>ReadyMark</a:t>
            </a:r>
            <a:r>
              <a:rPr lang="ja-JP" altLang="en-US" sz="1800" dirty="0"/>
              <a:t>ボタンの位置調整</a:t>
            </a:r>
            <a:endParaRPr lang="en-US" altLang="ja-JP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71292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C8EF861-D959-EDE5-92C0-FFAA81A22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各画面の変更点：ミッション画面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グラフィカル ユーザー インターフェイス, アプリケーション, テーブル&#10;&#10;自動的に生成された説明">
            <a:extLst>
              <a:ext uri="{FF2B5EF4-FFF2-40B4-BE49-F238E27FC236}">
                <a16:creationId xmlns:a16="http://schemas.microsoft.com/office/drawing/2014/main" id="{41D03C40-E5B2-62A2-8DC1-B3543F233E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2C2BF67-3435-CCDD-C945-A8B3B3F30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3100" y="2478024"/>
            <a:ext cx="4699507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　これに伴い</a:t>
            </a:r>
            <a:r>
              <a:rPr lang="en-US" altLang="ja-JP" sz="1800" dirty="0" err="1"/>
              <a:t>ReadyMark</a:t>
            </a:r>
            <a:r>
              <a:rPr lang="ja-JP" altLang="en-US" sz="1800" dirty="0"/>
              <a:t>ボタンの位置調整</a:t>
            </a:r>
            <a:endParaRPr lang="en-US" altLang="ja-JP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5135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E30CDD-3596-6064-7EBE-2AF1A940E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各画面の変更点：異常検知画面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C172A128-D462-9346-08D9-446775FE27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D8AF8BE-1A94-9961-788B-8CE3346F1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774" y="2478024"/>
            <a:ext cx="4654833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　これに伴い</a:t>
            </a:r>
            <a:r>
              <a:rPr lang="en-US" altLang="ja-JP" sz="1800" dirty="0" err="1"/>
              <a:t>ReadyMark</a:t>
            </a:r>
            <a:r>
              <a:rPr lang="ja-JP" altLang="en-US" sz="1800" dirty="0"/>
              <a:t>ボタンの位置調整</a:t>
            </a:r>
            <a:endParaRPr lang="en-US" altLang="ja-JP" sz="1800" dirty="0"/>
          </a:p>
          <a:p>
            <a:r>
              <a:rPr lang="en-US" altLang="ja-JP" sz="1800" dirty="0"/>
              <a:t>Micron</a:t>
            </a:r>
            <a:r>
              <a:rPr lang="ja-JP" altLang="en-US" sz="1800" dirty="0"/>
              <a:t>のエラー表示部に</a:t>
            </a:r>
            <a:r>
              <a:rPr lang="en-US" altLang="ja-JP" sz="1800" dirty="0"/>
              <a:t>ROS</a:t>
            </a:r>
            <a:r>
              <a:rPr lang="ja-JP" altLang="en-US" sz="1800" dirty="0"/>
              <a:t>を併記した</a:t>
            </a:r>
            <a:endParaRPr lang="en-US" altLang="ja-JP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37826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459424C-04FA-EE10-8C13-000D8EFF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各画面の変更点：航行開始画面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2A5CEF35-E3E0-996D-B898-F7EA85D269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C7D8E2-14F0-C08D-467A-3AABC5BB9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774" y="2478024"/>
            <a:ext cx="4654833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</p:txBody>
      </p:sp>
    </p:spTree>
    <p:extLst>
      <p:ext uri="{BB962C8B-B14F-4D97-AF65-F5344CB8AC3E}">
        <p14:creationId xmlns:p14="http://schemas.microsoft.com/office/powerpoint/2010/main" val="3248791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AA66A9C-19D2-CA40-EFE1-4EF01496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各画面の変更点：揚収画面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コンテンツ プレースホルダー 4" descr="テーブル&#10;&#10;自動的に生成された説明">
            <a:extLst>
              <a:ext uri="{FF2B5EF4-FFF2-40B4-BE49-F238E27FC236}">
                <a16:creationId xmlns:a16="http://schemas.microsoft.com/office/drawing/2014/main" id="{BBFA9850-296C-87B6-2FA7-C13E1F0C12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1B0E05-6748-F0DB-0B8C-14DDBDADB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7017" y="2478024"/>
            <a:ext cx="4744122" cy="3694176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上部のアイコン付きメニューバーの廃止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　これに伴い</a:t>
            </a:r>
            <a:r>
              <a:rPr lang="en-US" altLang="ja-JP" sz="1800" dirty="0" err="1"/>
              <a:t>AllQuit</a:t>
            </a:r>
            <a:r>
              <a:rPr lang="ja-JP" altLang="en-US" sz="1800" dirty="0"/>
              <a:t>の位置を調整</a:t>
            </a:r>
            <a:endParaRPr lang="en-US" altLang="ja-JP" sz="1800" dirty="0"/>
          </a:p>
          <a:p>
            <a:r>
              <a:rPr lang="en-US" altLang="ja-JP" sz="1800" dirty="0"/>
              <a:t>Micron</a:t>
            </a:r>
            <a:r>
              <a:rPr lang="ja-JP" altLang="en-US" sz="1800" dirty="0"/>
              <a:t>部分に</a:t>
            </a:r>
            <a:r>
              <a:rPr lang="en-US" altLang="ja-JP" sz="1800" dirty="0"/>
              <a:t>ROS/</a:t>
            </a:r>
            <a:r>
              <a:rPr lang="en-US" altLang="ja-JP" sz="1800" dirty="0" err="1"/>
              <a:t>Seatrack</a:t>
            </a:r>
            <a:r>
              <a:rPr lang="ja-JP" altLang="en-US" sz="1800" dirty="0"/>
              <a:t>を併記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15197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452857-3DE5-9E2E-BD14-592903DB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4400"/>
              <a:t>各画面の変更点：左側画面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EE3205-403C-3813-6E71-A8F66F102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0" y="1825625"/>
            <a:ext cx="7696200" cy="4351338"/>
          </a:xfrm>
        </p:spPr>
        <p:txBody>
          <a:bodyPr/>
          <a:lstStyle/>
          <a:p>
            <a:r>
              <a:rPr lang="ja-JP" altLang="en-US" sz="2800" dirty="0"/>
              <a:t>上部のアイコン付きメニューバーの廃止</a:t>
            </a:r>
            <a:endParaRPr lang="en-US" altLang="ja-JP" sz="2800" dirty="0"/>
          </a:p>
          <a:p>
            <a:r>
              <a:rPr kumimoji="1" lang="en-US" altLang="ja-JP" dirty="0"/>
              <a:t>Micron</a:t>
            </a:r>
            <a:r>
              <a:rPr kumimoji="1" lang="ja-JP" altLang="en-US" dirty="0"/>
              <a:t>に</a:t>
            </a:r>
            <a:r>
              <a:rPr kumimoji="1" lang="en-US" altLang="ja-JP" dirty="0" err="1"/>
              <a:t>Seatrack</a:t>
            </a:r>
            <a:r>
              <a:rPr kumimoji="1" lang="ja-JP" altLang="en-US" dirty="0"/>
              <a:t>を併記</a:t>
            </a:r>
            <a:endParaRPr kumimoji="1" lang="en-US" altLang="ja-JP" dirty="0"/>
          </a:p>
          <a:p>
            <a:r>
              <a:rPr kumimoji="1" lang="ja-JP" altLang="en-US" dirty="0"/>
              <a:t>送受信履歴の高さを調整（メニューバーの分だけ大きくした）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4F0AD13-57D5-80ED-18AA-FCF224BF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2137007" cy="483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450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216DC4-ED21-291F-D293-5D75F6CE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kumimoji="1" lang="ja-JP" altLang="en-US" dirty="0"/>
              <a:t>インストール手順について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A6CC3D-3337-6E61-2002-37864FA13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39" y="1280159"/>
            <a:ext cx="10515600" cy="52127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sz="2200" dirty="0"/>
              <a:t>１）以下よりダウンロード</a:t>
            </a:r>
            <a:endParaRPr kumimoji="1" lang="en-US" altLang="ja-JP" sz="2200" dirty="0">
              <a:hlinkClick r:id="rId2"/>
            </a:endParaRPr>
          </a:p>
          <a:p>
            <a:pPr marL="0" indent="0">
              <a:buNone/>
            </a:pPr>
            <a:r>
              <a:rPr kumimoji="1" lang="en-US" altLang="ja-JP" sz="1800" dirty="0"/>
              <a:t>http://dpo.co.jp/sip/info.bbmail.auvterminal_ver4.0_GNSS_Seatrac_compatible_240418.apk</a:t>
            </a:r>
          </a:p>
          <a:p>
            <a:pPr marL="0" indent="0">
              <a:buNone/>
            </a:pPr>
            <a:r>
              <a:rPr lang="ja-JP" altLang="en-US" sz="2200" dirty="0"/>
              <a:t>２）</a:t>
            </a:r>
            <a:r>
              <a:rPr lang="en-US" altLang="ja-JP" sz="2200" dirty="0"/>
              <a:t>Tablet</a:t>
            </a:r>
            <a:r>
              <a:rPr lang="ja-JP" altLang="en-US" sz="2200" dirty="0"/>
              <a:t>の</a:t>
            </a:r>
            <a:r>
              <a:rPr lang="en-US" altLang="ja-JP" sz="2200" dirty="0"/>
              <a:t>Download</a:t>
            </a:r>
            <a:r>
              <a:rPr lang="ja-JP" altLang="en-US" sz="2200" dirty="0"/>
              <a:t>ホルダに上記</a:t>
            </a:r>
            <a:r>
              <a:rPr lang="en-US" altLang="ja-JP" sz="2200" dirty="0" err="1"/>
              <a:t>apk</a:t>
            </a:r>
            <a:r>
              <a:rPr lang="ja-JP" altLang="en-US" sz="2200" dirty="0"/>
              <a:t>ファイルをコピー</a:t>
            </a:r>
            <a:endParaRPr lang="en-US" altLang="ja-JP" sz="2200" dirty="0"/>
          </a:p>
          <a:p>
            <a:pPr marL="0" indent="0">
              <a:buNone/>
            </a:pPr>
            <a:r>
              <a:rPr lang="ja-JP" altLang="en-US" sz="2200" dirty="0"/>
              <a:t>３）</a:t>
            </a:r>
            <a:r>
              <a:rPr lang="en-US" altLang="ja-JP" sz="2200" dirty="0"/>
              <a:t>Files</a:t>
            </a:r>
            <a:r>
              <a:rPr lang="ja-JP" altLang="en-US" sz="2200" dirty="0"/>
              <a:t>アプリで</a:t>
            </a:r>
            <a:r>
              <a:rPr lang="en-US" altLang="ja-JP" sz="2200" dirty="0"/>
              <a:t>Download</a:t>
            </a:r>
            <a:r>
              <a:rPr lang="ja-JP" altLang="en-US" sz="2200" dirty="0"/>
              <a:t>ホルダを開き、コピーした</a:t>
            </a:r>
            <a:r>
              <a:rPr lang="en-US" altLang="ja-JP" sz="2200" dirty="0" err="1"/>
              <a:t>apk</a:t>
            </a:r>
            <a:r>
              <a:rPr lang="ja-JP" altLang="en-US" sz="2200" dirty="0"/>
              <a:t>ファイルをタップしてインストールする</a:t>
            </a:r>
            <a:endParaRPr lang="en-US" altLang="ja-JP" sz="2200" dirty="0"/>
          </a:p>
          <a:p>
            <a:pPr marL="0" indent="0">
              <a:buNone/>
            </a:pPr>
            <a:r>
              <a:rPr lang="en-US" altLang="ja-JP" sz="2200" dirty="0"/>
              <a:t>※</a:t>
            </a:r>
            <a:r>
              <a:rPr lang="ja-JP" altLang="en-US" sz="2200" dirty="0"/>
              <a:t>セキュリティ上の理由から、お使いのスマートフォンでは現在、この提供元からの不明なアプリをインストールすることはできません。これは［設定］で変更できます。」が表示の場合は設定→インストールと進む。</a:t>
            </a:r>
            <a:endParaRPr lang="en-US" altLang="ja-JP" sz="2200" dirty="0"/>
          </a:p>
          <a:p>
            <a:pPr marL="0" indent="0">
              <a:buNone/>
            </a:pPr>
            <a:r>
              <a:rPr lang="ja-JP" altLang="en-US" sz="2200" dirty="0"/>
              <a:t>４）インストール後、設定（歯車アイコン</a:t>
            </a:r>
            <a:r>
              <a:rPr lang="en-US" altLang="ja-JP" sz="2200" dirty="0"/>
              <a:t>)→</a:t>
            </a:r>
            <a:r>
              <a:rPr lang="ja-JP" altLang="en-US" sz="2200" dirty="0"/>
              <a:t>位置情報→アプリの位置情報への利用許可を開く</a:t>
            </a:r>
          </a:p>
          <a:p>
            <a:pPr marL="0" indent="0">
              <a:buNone/>
            </a:pPr>
            <a:r>
              <a:rPr lang="ja-JP" altLang="en-US" sz="2200" dirty="0"/>
              <a:t>許可しないに</a:t>
            </a:r>
            <a:r>
              <a:rPr lang="en-US" altLang="ja-JP" sz="2200" dirty="0" err="1"/>
              <a:t>AuvTerminal</a:t>
            </a:r>
            <a:r>
              <a:rPr lang="ja-JP" altLang="en-US" sz="2200" dirty="0"/>
              <a:t>がある場合はタップし、アプリの使用中のみ許可、若しくは常に許可にチェックを入れる。</a:t>
            </a:r>
          </a:p>
          <a:p>
            <a:pPr marL="0" indent="0">
              <a:buNone/>
            </a:pPr>
            <a:r>
              <a:rPr lang="ja-JP" altLang="en-US" sz="2200" dirty="0"/>
              <a:t>また、正確な位置情報を使用を</a:t>
            </a:r>
            <a:r>
              <a:rPr lang="en-US" altLang="ja-JP" sz="2200" dirty="0"/>
              <a:t>ON</a:t>
            </a:r>
            <a:r>
              <a:rPr lang="ja-JP" altLang="en-US" sz="2200" dirty="0"/>
              <a:t>とする。</a:t>
            </a:r>
            <a:endParaRPr lang="en-US" altLang="ja-JP" sz="2200" dirty="0"/>
          </a:p>
          <a:p>
            <a:pPr marL="0" indent="0">
              <a:buNone/>
            </a:pPr>
            <a:endParaRPr lang="en-US" altLang="ja-JP" sz="2200" dirty="0"/>
          </a:p>
          <a:p>
            <a:pPr marL="0" indent="0">
              <a:buNone/>
            </a:pPr>
            <a:r>
              <a:rPr lang="ja-JP" altLang="en-US" sz="2200" dirty="0"/>
              <a:t>以上</a:t>
            </a:r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13608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658</Words>
  <Application>Microsoft Office PowerPoint</Application>
  <PresentationFormat>ワイド画面</PresentationFormat>
  <Paragraphs>74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2" baseType="lpstr">
      <vt:lpstr>游ゴシック</vt:lpstr>
      <vt:lpstr>游ゴシック Light</vt:lpstr>
      <vt:lpstr>Arial</vt:lpstr>
      <vt:lpstr>Calibri</vt:lpstr>
      <vt:lpstr>Office テーマ</vt:lpstr>
      <vt:lpstr>２０２３年度SIP航行型AUV改修 Tabletソフトウエア変更点について </vt:lpstr>
      <vt:lpstr>各画面の変更点：設定画面</vt:lpstr>
      <vt:lpstr>OS Reboot／OS Shutdown について</vt:lpstr>
      <vt:lpstr>各画面の変更点：コマンド一覧画面</vt:lpstr>
      <vt:lpstr>各画面の変更点：ステータス一覧画面</vt:lpstr>
      <vt:lpstr>各画面の変更点：Quadrans画面</vt:lpstr>
      <vt:lpstr>各画面の変更点：DVL/Micron画面</vt:lpstr>
      <vt:lpstr>各画面の変更点：センサー画面</vt:lpstr>
      <vt:lpstr>各画面の変更点：ペイロード画面</vt:lpstr>
      <vt:lpstr>各画面の変更点：バラスト画面</vt:lpstr>
      <vt:lpstr>各画面の変更点：アクチュエータ画面</vt:lpstr>
      <vt:lpstr>各画面の変更点：ミッション画面</vt:lpstr>
      <vt:lpstr>各画面の変更点：異常検知画面</vt:lpstr>
      <vt:lpstr>各画面の変更点：航行開始画面</vt:lpstr>
      <vt:lpstr>各画面の変更点：揚収画面</vt:lpstr>
      <vt:lpstr>各画面の変更点：左側画面</vt:lpstr>
      <vt:lpstr>インストール手順について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２０２３年度SIP航行型AUV改修 Tabletソフトウエア変更点について </dc:title>
  <dc:creator>大薮 祐司</dc:creator>
  <cp:lastModifiedBy>大薮 祐司</cp:lastModifiedBy>
  <cp:revision>2</cp:revision>
  <dcterms:created xsi:type="dcterms:W3CDTF">2024-04-22T02:24:35Z</dcterms:created>
  <dcterms:modified xsi:type="dcterms:W3CDTF">2024-04-22T03:17:24Z</dcterms:modified>
</cp:coreProperties>
</file>